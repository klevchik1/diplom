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F8A5BE2-2815-45E4-88C2-D979DB8D4509}">
          <p14:sldIdLst>
            <p14:sldId id="256"/>
            <p14:sldId id="257"/>
            <p14:sldId id="258"/>
            <p14:sldId id="259"/>
            <p14:sldId id="261"/>
            <p14:sldId id="260"/>
            <p14:sldId id="262"/>
            <p14:sldId id="263"/>
            <p14:sldId id="264"/>
            <p14:sldId id="265"/>
            <p14:sldId id="266"/>
            <p14:sldId id="267"/>
            <p14:sldId id="272"/>
            <p14:sldId id="269"/>
            <p14:sldId id="270"/>
          </p14:sldIdLst>
        </p14:section>
        <p14:section name="Раздел по умолчанию" id="{817FCC1F-977C-4FA5-85FD-0F4D43509E8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57393-1552-4C0F-992D-622415DF3EE6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592F9-1DFF-4C67-A7C4-9CDE8B2E71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68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CC0E0-C8CA-4FB0-87C8-D943BC279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4ADE49-197D-4A27-B666-895CF51E7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624E6F-533A-409D-8C74-5B7A53F7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7193E-C02C-4BE7-A00F-9C47F71A8630}" type="datetime1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17C450-ABEA-4709-80E8-5F7D3585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1CD80C-6A70-4907-AC59-78711610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67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2266E-ADF2-4DE3-8A8C-4F38168D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DE6E8B-6B1B-4731-AD9B-2C30F0672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226506-0121-4323-9BDF-3BBEE390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5963-0245-4BD8-B36D-035F7CBED346}" type="datetime1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58D379-C599-41A5-9BBD-D966939D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7DBE85-5AD4-4E42-8F9D-B1F356A7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563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35B68-9B02-4EA8-A707-111BC09B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42B395-6C12-4DB0-8BE7-E84F5F20E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F5F4BE-9098-4972-B354-8F86685A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5DB05-4312-48B6-AAEE-0F4E15272028}" type="datetime1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38F948-109A-465D-B103-3F8593FA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C85857-BD76-4C45-8895-82601660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3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A74AE-12FA-4F30-9F02-1D23AEFC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9A7472-A9BC-45C1-BC5C-7D2EE3039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276272-F8ED-4AC1-8C04-E20867555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71EA82-BB08-4219-B270-106BF302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EC75-7B71-4544-A13B-D841CD638D5D}" type="datetime1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B2AFCD-2B0D-4B15-A0EC-651757AC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16A70B-087D-4B18-BF39-8EBCA120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25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801B0-A0AF-4D56-AA5A-317A9CA4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304237-FDB3-430A-A2B6-48E6F37AE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F591F9-ADFC-4015-899A-A4C71D07C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EA4C31-0B0D-4350-B02D-30B454FD4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35009A-8F41-4E29-A8AB-C846BA65D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73DA602-9CD7-47E7-902F-25960F3B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93D64-1D62-49B6-A0FB-8889A050796B}" type="datetime1">
              <a:rPr lang="ru-RU" smtClean="0"/>
              <a:t>24.12.2025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97432B-6EFD-4519-A84C-BA11A369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D54F61-5E3E-4DD3-92BC-E3B3F1AC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45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99CFF-89B9-45FC-8FC1-9FCE5956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382C094-CEAA-4120-8048-FEB350DC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D52-91A4-4A9E-ACFD-A9614721D339}" type="datetime1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A8A45D-1267-4C3E-93AE-3FA18D53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41D987-4B3D-4F04-A18B-A3A6B5FD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28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48D984-0C5C-4251-A57F-80D67DB8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701B2-DE92-4998-912C-B2374519BDFA}" type="datetime1">
              <a:rPr lang="ru-RU" smtClean="0"/>
              <a:t>24.12.2025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2B4F08C-05B2-4FB0-BEBB-EB16671CD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91CC40-7F75-46D3-8AF3-07F206C6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10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551FE-D3F9-4E83-AE42-DD1B215F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D9F6B5-7F63-4B7C-8EF4-05BD596C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57F3F2-9D51-4AE7-9684-A95C3A9D7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B0C665-9366-42A2-8153-42BDB07B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8D24B-7F2E-43A2-893E-699DB77308A6}" type="datetime1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F70D18-3C18-4665-81DE-DB1293A0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755997-24B0-449F-BF16-9179149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808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A6472-D3A2-4D09-BC0B-4DFDF15F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D2AC6C-B1ED-4CF7-AB1B-17870B635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808EFE-B428-44DD-A2A1-301A044FC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9C025E-AC38-42A7-BE43-7462A79E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35D6-B000-4E98-BBAA-068E7E7EA1EC}" type="datetime1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C4E78C-0BF8-4117-BAAD-5452336C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05F422-DBED-4DF8-96B5-93BB9282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84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4C25C-FFF6-4F33-A595-14826ADF9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AE26F8-E868-4ABB-804D-E066E5711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B13B6D-1741-480F-8B8A-DF848C1F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FC8C9-527B-448D-AF7D-5FCBA180977C}" type="datetime1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97CFA3-1A45-4F8E-A112-40174C37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EA80D6-7512-4189-B90E-E363D697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94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3357613-B7E3-4141-A938-D6458F80B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213E2C-B862-41BB-BEC3-F054F464E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E347B3-CAD7-4616-8E96-9B4C9F62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ACAD0-ECFA-463D-93E3-1DCB1ED97DA1}" type="datetime1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0C7FB-A7FE-4DD7-B9B3-CF9F4206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71CCC0-71EF-4375-909E-7AF54FE2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80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26E217-E043-4D2F-8812-374EC7C4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813D98-5841-4FFC-A2D8-5BFD5F073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9CDA56-FC74-426B-B0C4-A9114C641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94736-D255-43C3-8E0E-93D6DB954632}" type="datetime1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A32BC0-D728-41B5-BF19-5F8E989C4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960F96-D85C-4A48-ACF2-75F542C59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64E8F-6AD5-4893-85FB-2B0F680F0B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03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3422E7C-F2AE-89E4-2FF9-ED1DF213C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4161"/>
            <a:ext cx="9144000" cy="2428444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«Кинотеатр»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CCD9A0-E1DC-B3B1-8189-4E9F61C9AD1C}"/>
              </a:ext>
            </a:extLst>
          </p:cNvPr>
          <p:cNvSpPr/>
          <p:nvPr/>
        </p:nvSpPr>
        <p:spPr>
          <a:xfrm>
            <a:off x="3048000" y="18683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Иркутской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(ГБПОУИО «ИАТ»)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4B723-ACDB-24E2-4220-468F7A3C9656}"/>
              </a:ext>
            </a:extLst>
          </p:cNvPr>
          <p:cNvSpPr txBox="1"/>
          <p:nvPr/>
        </p:nvSpPr>
        <p:spPr>
          <a:xfrm>
            <a:off x="8200922" y="5606599"/>
            <a:ext cx="3662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Седых В.М.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БД-22-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Кубата Е.С.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1DB92-AD3D-E9BD-C122-2229B111D3FB}"/>
              </a:ext>
            </a:extLst>
          </p:cNvPr>
          <p:cNvSpPr txBox="1"/>
          <p:nvPr/>
        </p:nvSpPr>
        <p:spPr>
          <a:xfrm>
            <a:off x="5356310" y="6345263"/>
            <a:ext cx="1529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Иркутск 2025</a:t>
            </a:r>
          </a:p>
        </p:txBody>
      </p:sp>
    </p:spTree>
    <p:extLst>
      <p:ext uri="{BB962C8B-B14F-4D97-AF65-F5344CB8AC3E}">
        <p14:creationId xmlns:p14="http://schemas.microsoft.com/office/powerpoint/2010/main" val="51606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E0C0C76-5FD8-BB17-7752-F0E53044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курсовой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7F7163B-C067-1DB9-C52D-845C99CD1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31296" cy="45934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разработать веб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«Кинотеатр»</a:t>
            </a:r>
          </a:p>
          <a:p>
            <a:pPr marL="0" indent="0" algn="just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задачи веб-приложения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клиентам возможности просмотра афиши, выбора сеансов и мест в зале, бронирования и оплаты билетов онлайн.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администраторам инструментов для управления фильмами, кинозалами, расписанием сеансов и мониторинга продаж.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 очередей, оптимизация работы администрации и повышение удовлетворенности клиентов.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E89E14-189E-4EB4-BE85-601BF34A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746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BC1044A-1045-1F2B-759E-1AE2B0D3D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513" y="174640"/>
            <a:ext cx="5090974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3DB2A90-1319-9A51-D25A-D7805B2EE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592"/>
            <a:ext cx="5507736" cy="48693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dirty="0">
                <a:latin typeface="Times New Roman" panose="02020603050405020304" pitchFamily="18" charset="0"/>
              </a:rPr>
              <a:t>Основным назначением системы является автоматизация процессов бронирования и продажи билетов, управления расписанием сеансов и кинозалами, аналитики деятельности кинотеатра.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Приложение разработано специально для кинотеатра и обеспечивает покупку билета и управления кинотеатром через веб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интерфейс.</a:t>
            </a:r>
            <a:endParaRPr lang="ru-RU" sz="4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E85CE3-93E3-4428-93BB-E0E53922A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986" y="1947815"/>
            <a:ext cx="5261007" cy="324562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0AD4D5-94DB-4F2B-9994-09ECA4E7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66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BEC5DA29-3FB8-3CE4-DDA4-BB2CF2360B99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98256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5" name="Таблица 2">
            <a:extLst>
              <a:ext uri="{FF2B5EF4-FFF2-40B4-BE49-F238E27FC236}">
                <a16:creationId xmlns:a16="http://schemas.microsoft.com/office/drawing/2014/main" id="{CD40FF5C-59B0-CEB4-E3B6-07801F7D3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932992"/>
              </p:ext>
            </p:extLst>
          </p:nvPr>
        </p:nvGraphicFramePr>
        <p:xfrm>
          <a:off x="1172461" y="942250"/>
          <a:ext cx="10284972" cy="57328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28324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428324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428324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477299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92928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 управления базами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57681"/>
                  </a:ext>
                </a:extLst>
              </a:tr>
              <a:tr h="92928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Draw.io, MySQL Workbench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PyCharm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HTML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Разработка(фреймворки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библиотеки)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 Test Case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12366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807A24FD-1BA2-CD5B-D17A-009B8427EE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https://avatars.mds.yandex.net/i?id=0c95e91863ce19b478106b6405121641158b779d-4960885-images-thumbs&amp;n=13">
            <a:extLst>
              <a:ext uri="{FF2B5EF4-FFF2-40B4-BE49-F238E27FC236}">
                <a16:creationId xmlns:a16="http://schemas.microsoft.com/office/drawing/2014/main" id="{0ECAABCE-05EE-3ED2-AE93-9C9B531F2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28"/>
          <a:stretch/>
        </p:blipFill>
        <p:spPr bwMode="auto">
          <a:xfrm>
            <a:off x="5528516" y="2550498"/>
            <a:ext cx="563217" cy="5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python™">
            <a:extLst>
              <a:ext uri="{FF2B5EF4-FFF2-40B4-BE49-F238E27FC236}">
                <a16:creationId xmlns:a16="http://schemas.microsoft.com/office/drawing/2014/main" id="{5E56362E-BA67-4043-E66C-2C5C772E5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95"/>
          <a:stretch/>
        </p:blipFill>
        <p:spPr bwMode="auto">
          <a:xfrm>
            <a:off x="5529823" y="4237942"/>
            <a:ext cx="561910" cy="63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https://avatars.mds.yandex.net/i?id=e5cbd84d34f5d98f61b25006bd515532d49539dc-5544703-images-thumbs&amp;n=13">
            <a:extLst>
              <a:ext uri="{FF2B5EF4-FFF2-40B4-BE49-F238E27FC236}">
                <a16:creationId xmlns:a16="http://schemas.microsoft.com/office/drawing/2014/main" id="{037EA0FC-2A13-46C0-90C1-592A7E9C51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9201013-8843-48B3-897E-1D9F1050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375" y="1478509"/>
            <a:ext cx="758752" cy="78831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32B921-BF00-46C9-822C-7F37D45ED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116" y="2538836"/>
            <a:ext cx="1155217" cy="6064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5353163-CA6F-481B-A5DD-896DE5443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957" y="3436098"/>
            <a:ext cx="2004885" cy="53045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9084611-DFBA-4642-BA0C-9C2687190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166" y="4202807"/>
            <a:ext cx="1177532" cy="66236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DDF70C3-0EC9-4BFC-9149-A9A6FC872C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8829" y="5119814"/>
            <a:ext cx="983942" cy="5165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1DB3EE3-05EA-47CF-9165-0C8652D3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22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EC4BC-1E75-4872-6421-33ED0C5B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12" y="2806890"/>
            <a:ext cx="6284976" cy="1244219"/>
          </a:xfrm>
        </p:spPr>
        <p:txBody>
          <a:bodyPr>
            <a:normAutofit fontScale="90000"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8419971-A6DD-4FCC-AEC6-F6A9FD94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396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4CFC06-389A-4F99-8C3F-FAE826FF30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48109" y="419312"/>
            <a:ext cx="7895782" cy="60193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926C6B2-6D37-49FA-9EDD-4873AD93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400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8D359D-80CF-1F2B-0193-F57639E9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088" y="2852610"/>
            <a:ext cx="6211824" cy="1152779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5C70646-06C2-4283-A011-F189D30D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74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7EE438-BFAE-4E2E-81A2-5391BF47E2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84171" y="86557"/>
            <a:ext cx="6023657" cy="66848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D8CE90-F0BA-4F59-8DAD-D96BC3A7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098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1D4D1-3BB8-C871-501A-C26D8AA4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898" y="2834322"/>
            <a:ext cx="4680204" cy="1189355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ПП</a:t>
            </a:r>
            <a:b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38C393-6496-48E5-A898-25302F6A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392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8E7A1C-A009-4C7A-979B-6B0C3A98F5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33" y="615449"/>
            <a:ext cx="5981687" cy="56211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B18360-A4C0-47FC-A246-E5E6774373C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60008" y="615449"/>
            <a:ext cx="5996480" cy="56211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8C49D93-C503-4629-8BD5-280F210F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34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74906D-B6FC-46BC-A270-67480EC4DF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46082" y="519430"/>
            <a:ext cx="6299835" cy="58191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627C3A-D9DA-445A-B0B6-4F6313CE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137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777B9-CD41-BDBF-BDA4-0B0180E18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2766218"/>
            <a:ext cx="7391400" cy="1325563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4CE67F-AA21-4CD9-96B6-1969EE1B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366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3FE0ED-DD75-4480-A141-DB8018B5DE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54291" y="61612"/>
            <a:ext cx="7683417" cy="67347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09C8F6C-C9F2-4D16-85CF-816385F2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631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21025F9-3969-5056-2981-06410133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728" y="2637810"/>
            <a:ext cx="8288045" cy="105530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курсового проекта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78F5AB6-6702-4E03-9CA7-DCD4D95E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808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1827044-E912-6CC6-213B-1DF85BA9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39" y="365125"/>
            <a:ext cx="10515600" cy="646929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F06D414-6098-F390-429E-DC4B153F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39" y="1012054"/>
            <a:ext cx="11540971" cy="573497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функционал программного продукта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клиентам возможности просмотра афиши, выбора сеансов и мест в зале, бронирования и оплаты билетов онлайн.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администраторам инструментов для управления фильмами, кинозалами, расписанием сеансов и мониторинга продаж.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 очередей, оптимизация работы администрации и повышение удовлетворенности клиентов.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требование в виде ТЗ.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Осуществил настройку программного продукта.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Сформировал требования к конфигурации локальных компьютерных сетей и серверного оборудования, необходимые для работы баз данных и серверов.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Осуществлял администрирование баз данных.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Осуществлял сбор, обработку и анализ информации для курсового проектирования.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Проектировал базу данных на основе предметной области.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объекты базы данных.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Реализовал базу данных в конкретной системе управления базами данных.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5811C2-1D59-46A8-AFD5-DAC0B65D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6639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346</Words>
  <Application>Microsoft Office PowerPoint</Application>
  <PresentationFormat>Широкоэкранный</PresentationFormat>
  <Paragraphs>66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Тема Office</vt:lpstr>
      <vt:lpstr>Курсовой проект  Веб-приложение «Кинотеатр»</vt:lpstr>
      <vt:lpstr>Цель и задачи курсовой</vt:lpstr>
      <vt:lpstr>Предметная область</vt:lpstr>
      <vt:lpstr>Презентация PowerPoint</vt:lpstr>
      <vt:lpstr>Диаграмма прецедентов </vt:lpstr>
      <vt:lpstr>Презентация PowerPoint</vt:lpstr>
      <vt:lpstr>Диаграмма деятельности </vt:lpstr>
      <vt:lpstr>Презентация PowerPoint</vt:lpstr>
      <vt:lpstr>Проектирование ПП </vt:lpstr>
      <vt:lpstr>Презентация PowerPoint</vt:lpstr>
      <vt:lpstr>Презентация PowerPoint</vt:lpstr>
      <vt:lpstr>Проектирование базы данных</vt:lpstr>
      <vt:lpstr>Презентация PowerPoint</vt:lpstr>
      <vt:lpstr>Демонстрация курсового проекта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 Веб-приложение «Кинотеатр»</dc:title>
  <dc:creator>Седых Владислав Михайлович</dc:creator>
  <cp:lastModifiedBy>П К</cp:lastModifiedBy>
  <cp:revision>27</cp:revision>
  <dcterms:created xsi:type="dcterms:W3CDTF">2025-12-24T02:17:24Z</dcterms:created>
  <dcterms:modified xsi:type="dcterms:W3CDTF">2025-12-24T08:33:12Z</dcterms:modified>
</cp:coreProperties>
</file>